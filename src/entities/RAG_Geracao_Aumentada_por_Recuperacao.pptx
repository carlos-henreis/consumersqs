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468C"/>
                </a:solidFill>
              </a:rPr>
              <a:t>🔎 RAG – Geração Aumentada por Recuperação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000"/>
            </a:pPr>
            <a:r>
              <a:t>🧠 O que é:</a:t>
            </a:r>
            <a:br/>
            <a:r>
              <a:t>RAG (Retrieval-Augmented Generation) combina recuperação de informações externas com geração por LLMs, produzindo respostas mais precisas, atualizadas e contextualizadas.</a:t>
            </a:r>
            <a:br/>
            <a:br/>
            <a:r>
              <a:t>⚙️ Como funciona:</a:t>
            </a:r>
            <a:br/>
            <a:r>
              <a:t>1️⃣ Compreensão da consulta – o sistema interpreta a pergunta do usuário.</a:t>
            </a:r>
            <a:br/>
            <a:r>
              <a:t>2️⃣ Recuperação de informação – busca dados relevantes em fontes externas (documentos, APIs, grafos).</a:t>
            </a:r>
            <a:br/>
            <a:r>
              <a:t>3️⃣ Geração da resposta – o LLM usa os dados recuperados para gerar uma resposta fundamentada.</a:t>
            </a:r>
            <a:br/>
            <a:br/>
            <a:r>
              <a:t>📚 Fontes possíveis:</a:t>
            </a:r>
            <a:br/>
            <a:r>
              <a:t>• Documentos e relatórios</a:t>
            </a:r>
            <a:br/>
            <a:r>
              <a:t>• APIs com dados em tempo real</a:t>
            </a:r>
            <a:br/>
            <a:r>
              <a:t>• Grafos de conhecimento</a:t>
            </a:r>
            <a:br/>
            <a:br/>
            <a:r>
              <a:t>💡 Conceito-chave:</a:t>
            </a:r>
            <a:br/>
            <a:r>
              <a:t>➡️ Aterramento (Grounding): fornecer contexto real ao LLM para reduzir alucinações e aumentar a confiabilidade.</a:t>
            </a:r>
            <a:br/>
            <a:br/>
            <a:r>
              <a:t>🗞️ Exemplo:</a:t>
            </a:r>
            <a:br/>
            <a:r>
              <a:t>Um chatbot de notícias usa RAG para buscar manchetes atuais em uma API e gerar resumos precisos e atualizados sobre as Olimpíadas.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